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embeddedFontLst>
    <p:embeddedFont>
      <p:font typeface="Sawarabi Mincho"/>
      <p:regular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SawarabiMincho-regular.fntdata"/><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4dd3d29e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4dd3d29e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84dd3d29e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84dd3d29e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9da56a558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9da56a558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4100">
                <a:latin typeface="Sawarabi Mincho"/>
                <a:ea typeface="Sawarabi Mincho"/>
                <a:cs typeface="Sawarabi Mincho"/>
                <a:sym typeface="Sawarabi Mincho"/>
              </a:rPr>
              <a:t>Brain Rot</a:t>
            </a:r>
            <a:r>
              <a:rPr lang="en" sz="4100">
                <a:latin typeface="Sawarabi Mincho"/>
                <a:ea typeface="Sawarabi Mincho"/>
                <a:cs typeface="Sawarabi Mincho"/>
                <a:sym typeface="Sawarabi Mincho"/>
              </a:rPr>
              <a:t> Translator user profile</a:t>
            </a:r>
            <a:endParaRPr sz="4100">
              <a:latin typeface="Sawarabi Mincho"/>
              <a:ea typeface="Sawarabi Mincho"/>
              <a:cs typeface="Sawarabi Mincho"/>
              <a:sym typeface="Sawarabi Mincho"/>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dk1"/>
                </a:solidFill>
                <a:latin typeface="Georgia"/>
                <a:ea typeface="Georgia"/>
                <a:cs typeface="Georgia"/>
                <a:sym typeface="Georgia"/>
              </a:rPr>
              <a:t>- Aarav</a:t>
            </a:r>
            <a:endParaRPr>
              <a:solidFill>
                <a:schemeClr val="dk1"/>
              </a:solidFill>
              <a:latin typeface="Georgia"/>
              <a:ea typeface="Georgia"/>
              <a:cs typeface="Georgia"/>
              <a:sym typeface="Georg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800"/>
              </a:spcBef>
              <a:spcAft>
                <a:spcPts val="400"/>
              </a:spcAft>
              <a:buClr>
                <a:schemeClr val="dk1"/>
              </a:buClr>
              <a:buSzPts val="1100"/>
              <a:buFont typeface="Arial"/>
              <a:buNone/>
            </a:pPr>
            <a:r>
              <a:rPr b="1" lang="en" sz="1900">
                <a:latin typeface="Sawarabi Mincho"/>
                <a:ea typeface="Sawarabi Mincho"/>
                <a:cs typeface="Sawarabi Mincho"/>
                <a:sym typeface="Sawarabi Mincho"/>
              </a:rPr>
              <a:t>👤 User Profile</a:t>
            </a:r>
            <a:endParaRPr sz="3000">
              <a:latin typeface="Sawarabi Mincho"/>
              <a:ea typeface="Sawarabi Mincho"/>
              <a:cs typeface="Sawarabi Mincho"/>
              <a:sym typeface="Sawarabi Mincho"/>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2000">
                <a:solidFill>
                  <a:schemeClr val="dk1"/>
                </a:solidFill>
                <a:latin typeface="Georgia"/>
                <a:ea typeface="Georgia"/>
                <a:cs typeface="Georgia"/>
                <a:sym typeface="Georgia"/>
              </a:rPr>
              <a:t>Name:</a:t>
            </a:r>
            <a:r>
              <a:rPr lang="en" sz="2000">
                <a:solidFill>
                  <a:schemeClr val="dk1"/>
                </a:solidFill>
                <a:latin typeface="Georgia"/>
                <a:ea typeface="Georgia"/>
                <a:cs typeface="Georgia"/>
                <a:sym typeface="Georgia"/>
              </a:rPr>
              <a:t> Sarah Johnson</a:t>
            </a:r>
            <a:br>
              <a:rPr lang="en" sz="2000">
                <a:solidFill>
                  <a:schemeClr val="dk1"/>
                </a:solidFill>
                <a:latin typeface="Georgia"/>
                <a:ea typeface="Georgia"/>
                <a:cs typeface="Georgia"/>
                <a:sym typeface="Georgia"/>
              </a:rPr>
            </a:br>
            <a:r>
              <a:rPr b="1" lang="en" sz="2000">
                <a:solidFill>
                  <a:schemeClr val="dk1"/>
                </a:solidFill>
                <a:latin typeface="Georgia"/>
                <a:ea typeface="Georgia"/>
                <a:cs typeface="Georgia"/>
                <a:sym typeface="Georgia"/>
              </a:rPr>
              <a:t>Age:</a:t>
            </a:r>
            <a:r>
              <a:rPr lang="en" sz="2000">
                <a:solidFill>
                  <a:schemeClr val="dk1"/>
                </a:solidFill>
                <a:latin typeface="Georgia"/>
                <a:ea typeface="Georgia"/>
                <a:cs typeface="Georgia"/>
                <a:sym typeface="Georgia"/>
              </a:rPr>
              <a:t> 42</a:t>
            </a:r>
            <a:br>
              <a:rPr lang="en" sz="2000">
                <a:solidFill>
                  <a:schemeClr val="dk1"/>
                </a:solidFill>
                <a:latin typeface="Georgia"/>
                <a:ea typeface="Georgia"/>
                <a:cs typeface="Georgia"/>
                <a:sym typeface="Georgia"/>
              </a:rPr>
            </a:br>
            <a:r>
              <a:rPr b="1" lang="en" sz="2000">
                <a:solidFill>
                  <a:schemeClr val="dk1"/>
                </a:solidFill>
                <a:latin typeface="Georgia"/>
                <a:ea typeface="Georgia"/>
                <a:cs typeface="Georgia"/>
                <a:sym typeface="Georgia"/>
              </a:rPr>
              <a:t>Profession:</a:t>
            </a:r>
            <a:r>
              <a:rPr lang="en" sz="2000">
                <a:solidFill>
                  <a:schemeClr val="dk1"/>
                </a:solidFill>
                <a:latin typeface="Georgia"/>
                <a:ea typeface="Georgia"/>
                <a:cs typeface="Georgia"/>
                <a:sym typeface="Georgia"/>
              </a:rPr>
              <a:t> Middle school teacher and parent of two kids</a:t>
            </a:r>
            <a:endParaRPr sz="2000">
              <a:solidFill>
                <a:schemeClr val="dk1"/>
              </a:solidFill>
              <a:latin typeface="Georgia"/>
              <a:ea typeface="Georgia"/>
              <a:cs typeface="Georgia"/>
              <a:sym typeface="Georgia"/>
            </a:endParaRPr>
          </a:p>
          <a:p>
            <a:pPr indent="0" lvl="0" marL="0" rtl="0" algn="l">
              <a:spcBef>
                <a:spcPts val="1200"/>
              </a:spcBef>
              <a:spcAft>
                <a:spcPts val="1200"/>
              </a:spcAft>
              <a:buNone/>
            </a:pPr>
            <a:r>
              <a:t/>
            </a:r>
            <a:endParaRPr>
              <a:latin typeface="Georgia"/>
              <a:ea typeface="Georgia"/>
              <a:cs typeface="Georgia"/>
              <a:sym typeface="Georgia"/>
            </a:endParaRPr>
          </a:p>
        </p:txBody>
      </p:sp>
      <p:pic>
        <p:nvPicPr>
          <p:cNvPr id="62" name="Google Shape;62;p14"/>
          <p:cNvPicPr preferRelativeResize="0"/>
          <p:nvPr/>
        </p:nvPicPr>
        <p:blipFill>
          <a:blip r:embed="rId3">
            <a:alphaModFix/>
          </a:blip>
          <a:stretch>
            <a:fillRect/>
          </a:stretch>
        </p:blipFill>
        <p:spPr>
          <a:xfrm>
            <a:off x="3491925" y="2232250"/>
            <a:ext cx="2294651" cy="28683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Story </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 sz="1400">
                <a:solidFill>
                  <a:schemeClr val="dk1"/>
                </a:solidFill>
                <a:latin typeface="Sawarabi Mincho"/>
                <a:ea typeface="Sawarabi Mincho"/>
                <a:cs typeface="Sawarabi Mincho"/>
                <a:sym typeface="Sawarabi Mincho"/>
              </a:rPr>
              <a:t>Story:</a:t>
            </a:r>
            <a:br>
              <a:rPr b="1" lang="en" sz="1400">
                <a:solidFill>
                  <a:schemeClr val="dk1"/>
                </a:solidFill>
                <a:latin typeface="Sawarabi Mincho"/>
                <a:ea typeface="Sawarabi Mincho"/>
                <a:cs typeface="Sawarabi Mincho"/>
                <a:sym typeface="Sawarabi Mincho"/>
              </a:rPr>
            </a:br>
            <a:r>
              <a:rPr lang="en" sz="1400">
                <a:solidFill>
                  <a:schemeClr val="dk1"/>
                </a:solidFill>
                <a:latin typeface="Sawarabi Mincho"/>
                <a:ea typeface="Sawarabi Mincho"/>
                <a:cs typeface="Sawarabi Mincho"/>
                <a:sym typeface="Sawarabi Mincho"/>
              </a:rPr>
              <a:t>Jack is a busy teacher and parent who spends a lot of time balancing work and family. He uses the internet every day, mostly on his phone and laptop, but he doesnt scroll endlessly on TikTok or Twitter. His kids and students often bring up new memes, slang, or funny videos, and he doesnt always understand them. He doesnt want to feel left out, so hes looking for a simple, safe, and fun way to catch up on whats trending without diving into overwhelming social media feeds.</a:t>
            </a:r>
            <a:endParaRPr sz="1400">
              <a:solidFill>
                <a:schemeClr val="dk1"/>
              </a:solidFill>
              <a:latin typeface="Sawarabi Mincho"/>
              <a:ea typeface="Sawarabi Mincho"/>
              <a:cs typeface="Sawarabi Mincho"/>
              <a:sym typeface="Sawarabi Mincho"/>
            </a:endParaRPr>
          </a:p>
          <a:p>
            <a:pPr indent="0" lvl="0" marL="0" rtl="0" algn="l">
              <a:spcBef>
                <a:spcPts val="1200"/>
              </a:spcBef>
              <a:spcAft>
                <a:spcPts val="0"/>
              </a:spcAft>
              <a:buClr>
                <a:schemeClr val="dk1"/>
              </a:buClr>
              <a:buSzPts val="1100"/>
              <a:buFont typeface="Arial"/>
              <a:buNone/>
            </a:pPr>
            <a:r>
              <a:rPr b="1" lang="en" sz="1400">
                <a:solidFill>
                  <a:schemeClr val="dk1"/>
                </a:solidFill>
                <a:latin typeface="Sawarabi Mincho"/>
                <a:ea typeface="Sawarabi Mincho"/>
                <a:cs typeface="Sawarabi Mincho"/>
                <a:sym typeface="Sawarabi Mincho"/>
              </a:rPr>
              <a:t>What he Likes:</a:t>
            </a:r>
            <a:endParaRPr b="1" sz="1400">
              <a:solidFill>
                <a:schemeClr val="dk1"/>
              </a:solidFill>
              <a:latin typeface="Sawarabi Mincho"/>
              <a:ea typeface="Sawarabi Mincho"/>
              <a:cs typeface="Sawarabi Mincho"/>
              <a:sym typeface="Sawarabi Mincho"/>
            </a:endParaRPr>
          </a:p>
          <a:p>
            <a:pPr indent="-317500" lvl="0" marL="457200" rtl="0" algn="l">
              <a:spcBef>
                <a:spcPts val="1200"/>
              </a:spcBef>
              <a:spcAft>
                <a:spcPts val="0"/>
              </a:spcAft>
              <a:buClr>
                <a:schemeClr val="dk1"/>
              </a:buClr>
              <a:buSzPts val="1400"/>
              <a:buChar char="●"/>
            </a:pPr>
            <a:r>
              <a:rPr lang="en" sz="1400">
                <a:solidFill>
                  <a:schemeClr val="dk1"/>
                </a:solidFill>
                <a:latin typeface="Sawarabi Mincho"/>
                <a:ea typeface="Sawarabi Mincho"/>
                <a:cs typeface="Sawarabi Mincho"/>
                <a:sym typeface="Sawarabi Mincho"/>
              </a:rPr>
              <a:t>Weekly updates that explain internet trends in </a:t>
            </a:r>
            <a:r>
              <a:rPr b="1" lang="en" sz="1400">
                <a:solidFill>
                  <a:schemeClr val="dk1"/>
                </a:solidFill>
                <a:latin typeface="Sawarabi Mincho"/>
                <a:ea typeface="Sawarabi Mincho"/>
                <a:cs typeface="Sawarabi Mincho"/>
                <a:sym typeface="Sawarabi Mincho"/>
              </a:rPr>
              <a:t>plain, simple language</a:t>
            </a:r>
            <a:endParaRPr b="1" sz="1400">
              <a:solidFill>
                <a:schemeClr val="dk1"/>
              </a:solidFill>
              <a:latin typeface="Sawarabi Mincho"/>
              <a:ea typeface="Sawarabi Mincho"/>
              <a:cs typeface="Sawarabi Mincho"/>
              <a:sym typeface="Sawarabi Mincho"/>
            </a:endParaRPr>
          </a:p>
          <a:p>
            <a:pPr indent="-317500" lvl="0" marL="457200" rtl="0" algn="l">
              <a:spcBef>
                <a:spcPts val="0"/>
              </a:spcBef>
              <a:spcAft>
                <a:spcPts val="0"/>
              </a:spcAft>
              <a:buClr>
                <a:schemeClr val="dk1"/>
              </a:buClr>
              <a:buSzPts val="1400"/>
              <a:buChar char="●"/>
            </a:pPr>
            <a:r>
              <a:rPr lang="en" sz="1400">
                <a:solidFill>
                  <a:schemeClr val="dk1"/>
                </a:solidFill>
                <a:latin typeface="Sawarabi Mincho"/>
                <a:ea typeface="Sawarabi Mincho"/>
                <a:cs typeface="Sawarabi Mincho"/>
                <a:sym typeface="Sawarabi Mincho"/>
              </a:rPr>
              <a:t>A </a:t>
            </a:r>
            <a:r>
              <a:rPr b="1" lang="en" sz="1400">
                <a:solidFill>
                  <a:schemeClr val="dk1"/>
                </a:solidFill>
                <a:latin typeface="Sawarabi Mincho"/>
                <a:ea typeface="Sawarabi Mincho"/>
                <a:cs typeface="Sawarabi Mincho"/>
                <a:sym typeface="Sawarabi Mincho"/>
              </a:rPr>
              <a:t>playful but clean design</a:t>
            </a:r>
            <a:r>
              <a:rPr lang="en" sz="1400">
                <a:solidFill>
                  <a:schemeClr val="dk1"/>
                </a:solidFill>
                <a:latin typeface="Sawarabi Mincho"/>
                <a:ea typeface="Sawarabi Mincho"/>
                <a:cs typeface="Sawarabi Mincho"/>
                <a:sym typeface="Sawarabi Mincho"/>
              </a:rPr>
              <a:t> that feels fun but not messy</a:t>
            </a:r>
            <a:endParaRPr sz="1400">
              <a:solidFill>
                <a:schemeClr val="dk1"/>
              </a:solidFill>
              <a:latin typeface="Sawarabi Mincho"/>
              <a:ea typeface="Sawarabi Mincho"/>
              <a:cs typeface="Sawarabi Mincho"/>
              <a:sym typeface="Sawarabi Mincho"/>
            </a:endParaRPr>
          </a:p>
          <a:p>
            <a:pPr indent="-317500" lvl="0" marL="457200" rtl="0" algn="l">
              <a:spcBef>
                <a:spcPts val="0"/>
              </a:spcBef>
              <a:spcAft>
                <a:spcPts val="0"/>
              </a:spcAft>
              <a:buClr>
                <a:schemeClr val="dk1"/>
              </a:buClr>
              <a:buSzPts val="1400"/>
              <a:buChar char="●"/>
            </a:pPr>
            <a:r>
              <a:rPr b="1" lang="en" sz="1400">
                <a:solidFill>
                  <a:schemeClr val="dk1"/>
                </a:solidFill>
                <a:latin typeface="Sawarabi Mincho"/>
                <a:ea typeface="Sawarabi Mincho"/>
                <a:cs typeface="Sawarabi Mincho"/>
                <a:sym typeface="Sawarabi Mincho"/>
              </a:rPr>
              <a:t>Short blurbs with pictures</a:t>
            </a:r>
            <a:r>
              <a:rPr lang="en" sz="1400">
                <a:solidFill>
                  <a:schemeClr val="dk1"/>
                </a:solidFill>
                <a:latin typeface="Sawarabi Mincho"/>
                <a:ea typeface="Sawarabi Mincho"/>
                <a:cs typeface="Sawarabi Mincho"/>
                <a:sym typeface="Sawarabi Mincho"/>
              </a:rPr>
              <a:t> she can skim quickly</a:t>
            </a:r>
            <a:endParaRPr sz="1400">
              <a:solidFill>
                <a:schemeClr val="dk1"/>
              </a:solidFill>
              <a:latin typeface="Sawarabi Mincho"/>
              <a:ea typeface="Sawarabi Mincho"/>
              <a:cs typeface="Sawarabi Mincho"/>
              <a:sym typeface="Sawarabi Mincho"/>
            </a:endParaRPr>
          </a:p>
          <a:p>
            <a:pPr indent="-317500" lvl="0" marL="457200" rtl="0" algn="l">
              <a:spcBef>
                <a:spcPts val="0"/>
              </a:spcBef>
              <a:spcAft>
                <a:spcPts val="0"/>
              </a:spcAft>
              <a:buClr>
                <a:schemeClr val="dk1"/>
              </a:buClr>
              <a:buSzPts val="1400"/>
              <a:buFont typeface="Sawarabi Mincho"/>
              <a:buChar char="●"/>
            </a:pPr>
            <a:r>
              <a:rPr lang="en" sz="1400">
                <a:solidFill>
                  <a:schemeClr val="dk1"/>
                </a:solidFill>
                <a:latin typeface="Sawarabi Mincho"/>
                <a:ea typeface="Sawarabi Mincho"/>
                <a:cs typeface="Sawarabi Mincho"/>
                <a:sym typeface="Sawarabi Mincho"/>
              </a:rPr>
              <a:t>Family-friendly content she can even share with his kids</a:t>
            </a:r>
            <a:endParaRPr sz="1400">
              <a:solidFill>
                <a:schemeClr val="dk1"/>
              </a:solidFill>
              <a:latin typeface="Sawarabi Mincho"/>
              <a:ea typeface="Sawarabi Mincho"/>
              <a:cs typeface="Sawarabi Mincho"/>
              <a:sym typeface="Sawarabi Mincho"/>
            </a:endParaRPr>
          </a:p>
          <a:p>
            <a:pPr indent="-317500" lvl="0" marL="457200" rtl="0" algn="l">
              <a:spcBef>
                <a:spcPts val="0"/>
              </a:spcBef>
              <a:spcAft>
                <a:spcPts val="0"/>
              </a:spcAft>
              <a:buClr>
                <a:schemeClr val="dk1"/>
              </a:buClr>
              <a:buSzPts val="1400"/>
              <a:buChar char="●"/>
            </a:pPr>
            <a:r>
              <a:rPr lang="en" sz="1400">
                <a:solidFill>
                  <a:schemeClr val="dk1"/>
                </a:solidFill>
                <a:latin typeface="Sawarabi Mincho"/>
                <a:ea typeface="Sawarabi Mincho"/>
                <a:cs typeface="Sawarabi Mincho"/>
                <a:sym typeface="Sawarabi Mincho"/>
              </a:rPr>
              <a:t>A chance to </a:t>
            </a:r>
            <a:r>
              <a:rPr b="1" lang="en" sz="1400">
                <a:solidFill>
                  <a:schemeClr val="dk1"/>
                </a:solidFill>
                <a:latin typeface="Sawarabi Mincho"/>
                <a:ea typeface="Sawarabi Mincho"/>
                <a:cs typeface="Sawarabi Mincho"/>
                <a:sym typeface="Sawarabi Mincho"/>
              </a:rPr>
              <a:t>vote on her favorite trend</a:t>
            </a:r>
            <a:r>
              <a:rPr lang="en" sz="1400">
                <a:solidFill>
                  <a:schemeClr val="dk1"/>
                </a:solidFill>
                <a:latin typeface="Sawarabi Mincho"/>
                <a:ea typeface="Sawarabi Mincho"/>
                <a:cs typeface="Sawarabi Mincho"/>
                <a:sym typeface="Sawarabi Mincho"/>
              </a:rPr>
              <a:t> for a sense of participation</a:t>
            </a:r>
            <a:endParaRPr sz="1400">
              <a:solidFill>
                <a:schemeClr val="dk1"/>
              </a:solidFill>
              <a:latin typeface="Sawarabi Mincho"/>
              <a:ea typeface="Sawarabi Mincho"/>
              <a:cs typeface="Sawarabi Mincho"/>
              <a:sym typeface="Sawarabi Mincho"/>
            </a:endParaRPr>
          </a:p>
          <a:p>
            <a:pPr indent="-317500" lvl="0" marL="457200" rtl="0" algn="l">
              <a:spcBef>
                <a:spcPts val="0"/>
              </a:spcBef>
              <a:spcAft>
                <a:spcPts val="0"/>
              </a:spcAft>
              <a:buClr>
                <a:schemeClr val="dk1"/>
              </a:buClr>
              <a:buSzPts val="1400"/>
              <a:buChar char="●"/>
            </a:pPr>
            <a:r>
              <a:rPr lang="en" sz="1400">
                <a:solidFill>
                  <a:schemeClr val="dk1"/>
                </a:solidFill>
                <a:latin typeface="Sawarabi Mincho"/>
                <a:ea typeface="Sawarabi Mincho"/>
                <a:cs typeface="Sawarabi Mincho"/>
                <a:sym typeface="Sawarabi Mincho"/>
              </a:rPr>
              <a:t>An optional </a:t>
            </a:r>
            <a:r>
              <a:rPr b="1" lang="en" sz="1400">
                <a:solidFill>
                  <a:schemeClr val="dk1"/>
                </a:solidFill>
                <a:latin typeface="Sawarabi Mincho"/>
                <a:ea typeface="Sawarabi Mincho"/>
                <a:cs typeface="Sawarabi Mincho"/>
                <a:sym typeface="Sawarabi Mincho"/>
              </a:rPr>
              <a:t>weekly email reminder</a:t>
            </a:r>
            <a:r>
              <a:rPr lang="en" sz="1400">
                <a:solidFill>
                  <a:schemeClr val="dk1"/>
                </a:solidFill>
                <a:latin typeface="Sawarabi Mincho"/>
                <a:ea typeface="Sawarabi Mincho"/>
                <a:cs typeface="Sawarabi Mincho"/>
                <a:sym typeface="Sawarabi Mincho"/>
              </a:rPr>
              <a:t> so he doesnt forget to check</a:t>
            </a:r>
            <a:endParaRPr sz="2100">
              <a:latin typeface="Sawarabi Mincho"/>
              <a:ea typeface="Sawarabi Mincho"/>
              <a:cs typeface="Sawarabi Mincho"/>
              <a:sym typeface="Sawarabi Minch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https://forms.gle/cadiGuC3x3krFYc87</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